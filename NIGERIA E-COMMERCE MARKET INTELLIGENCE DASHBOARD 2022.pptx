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93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BC90-E877-4047-67B3-D30C0BE9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5F2F0-C85A-EE1D-8C3A-285965013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B3910-EF0E-F339-B1E1-7E73D7D8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B1D9-82F6-49D8-A817-322BF4469837}" type="datetimeFigureOut">
              <a:rPr lang="en-US" smtClean="0"/>
              <a:t>2026-10-12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697FE-4A86-A78B-D2FC-0D8C7BCC4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17052-1713-1F25-E9E9-78676A574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E2A2C-7854-446C-AC8F-1AEF66431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22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CF452-3E14-D309-E13F-24AD8C0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95C6B-C463-3E5F-A7A9-97821060E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3E5A8-A521-49F3-4051-7CB0B10F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B1D9-82F6-49D8-A817-322BF4469837}" type="datetimeFigureOut">
              <a:rPr lang="en-US" smtClean="0"/>
              <a:t>2026-10-12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4F47F-F5E0-2EED-7639-CE08948F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66337-B466-5943-A530-4E6E2503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E2A2C-7854-446C-AC8F-1AEF66431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8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25692-09B8-1BDF-31A7-C9C17D30D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5F235-1949-A006-2FA2-7DB5CC770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90A57-4563-3CB6-BD5D-7C1C6989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B1D9-82F6-49D8-A817-322BF4469837}" type="datetimeFigureOut">
              <a:rPr lang="en-US" smtClean="0"/>
              <a:t>2026-10-12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E9249-8D1B-B50D-EA47-9C148252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BB64C-1613-5270-A0B3-85ECC2E4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E2A2C-7854-446C-AC8F-1AEF66431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653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693E-482A-8306-ABD3-6962A108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4A60C-52E2-29A2-F9F7-72B027C3A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6E757-D90D-B508-A80C-76DEE09B4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987EE-BBFA-CBE3-2582-B9F7F3C2E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B1D9-82F6-49D8-A817-322BF4469837}" type="datetimeFigureOut">
              <a:rPr lang="en-US" smtClean="0"/>
              <a:t>2026-10-12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B9A47-DD29-2DFC-95BA-4C3FB7F7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C234F-E955-4EAE-BF4C-45007412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E2A2C-7854-446C-AC8F-1AEF66431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8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2730C-9F78-BB31-08B8-D21DCE4FB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671D-9905-6D4A-2D41-46ABBF692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8750B-65C0-81A0-2CA5-47A4C5983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67983-664E-27A0-F14E-7720DFBAE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4D61FA-9A5D-377E-EC45-7AB33BE51F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881F56-A66B-82A4-0542-8AA08A383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B1D9-82F6-49D8-A817-322BF4469837}" type="datetimeFigureOut">
              <a:rPr lang="en-US" smtClean="0"/>
              <a:t>2026-10-12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A2F60-872D-BA56-2B3E-0C99A3F4E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CFDD8E-C2F6-4C9C-6228-5FE7942F2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E2A2C-7854-446C-AC8F-1AEF66431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59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A5D6-C9E6-14BE-B6A8-E5040CDA8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1210F6-833E-EB56-E272-7870A26A9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B1D9-82F6-49D8-A817-322BF4469837}" type="datetimeFigureOut">
              <a:rPr lang="en-US" smtClean="0"/>
              <a:t>2026-10-12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9483C-ABE7-057B-4F47-57B926D6D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D79EA-0B88-A54C-3F33-3C761D091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E2A2C-7854-446C-AC8F-1AEF66431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11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68A91-BF95-3165-6CF5-3704271D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B1D9-82F6-49D8-A817-322BF4469837}" type="datetimeFigureOut">
              <a:rPr lang="en-US" smtClean="0"/>
              <a:t>2026-10-12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DA532-B2B8-6FE7-553F-3F179B03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83E7D-A5FF-1FCF-77E7-22388862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E2A2C-7854-446C-AC8F-1AEF66431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2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732C0-200E-DABC-F88D-82B9FAF76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F6F7C-C72B-0AB1-EB18-225E8D33A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E0DE13-C612-0B0E-8F51-5F707F5B4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EB7A4-BD2F-DB0D-2D2D-B04EA2FA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B1D9-82F6-49D8-A817-322BF4469837}" type="datetimeFigureOut">
              <a:rPr lang="en-US" smtClean="0"/>
              <a:t>2026-10-12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03359-1FB7-EF6E-BE55-67E082EC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85266-48F2-3B09-5169-B05425F6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E2A2C-7854-446C-AC8F-1AEF66431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56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5704C-B871-B5A2-400D-3EC4DB8F0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2DCC18-B538-ADC4-06DC-D125E7B7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442CC-2467-D382-FBD2-35E0E512F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E1946-D6AA-D4A4-1148-CB1F2260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B1D9-82F6-49D8-A817-322BF4469837}" type="datetimeFigureOut">
              <a:rPr lang="en-US" smtClean="0"/>
              <a:t>2026-10-12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DE795-74ED-9763-2F30-7DFA633AD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4D3E6-3418-48C8-E8AC-EC711D90E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E2A2C-7854-446C-AC8F-1AEF66431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8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2FC9-CAE7-26F2-58A6-F9E18AAF4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13C56-4956-1065-0DEE-F2C0576C3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EDAF9-9227-5CA2-9D11-6D47E4242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B1D9-82F6-49D8-A817-322BF4469837}" type="datetimeFigureOut">
              <a:rPr lang="en-US" smtClean="0"/>
              <a:t>2026-10-12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4E0AE-E37A-9219-DF5E-5270D899B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466C8-2361-344D-248E-3503F166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E2A2C-7854-446C-AC8F-1AEF66431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192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C1831D-06FC-216A-1767-A0F8888FB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5FC38-9E21-A236-A4D0-C3F8F4156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0508B-9D02-E04C-3F50-D29F0875A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5B1D9-82F6-49D8-A817-322BF4469837}" type="datetimeFigureOut">
              <a:rPr lang="en-US" smtClean="0"/>
              <a:t>2026-10-12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0FC9C-6201-D60D-6BEB-E1C70F88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C676-3548-F482-64D0-7CAF3618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E2A2C-7854-446C-AC8F-1AEF66431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25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A46F4A-464E-2874-6B83-73CF8D74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0CC55-EFB9-6E11-35F3-1CE1B3B5A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AE2B-1CB7-7C70-10DF-216C8EC2E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5B1D9-82F6-49D8-A817-322BF4469837}" type="datetimeFigureOut">
              <a:rPr lang="en-US" smtClean="0"/>
              <a:t>2026-10-12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4E594-E46B-D196-CADB-91060A912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B6EB1-7351-2E68-3C6E-8331A8AB5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E2A2C-7854-446C-AC8F-1AEF66431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36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2432C-6A4D-EDF0-C40A-5B551AE35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317" y="644014"/>
            <a:ext cx="11582399" cy="2865950"/>
          </a:xfrm>
        </p:spPr>
        <p:txBody>
          <a:bodyPr anchor="t">
            <a:normAutofit/>
          </a:bodyPr>
          <a:lstStyle/>
          <a:p>
            <a:r>
              <a:rPr lang="en-US" sz="3600" dirty="0"/>
              <a:t>NIGERIA E-COMMERCE MARKET INTELLIGENCE DASHBOARD 2022</a:t>
            </a:r>
            <a:br>
              <a:rPr lang="en-US" sz="2500" b="1" dirty="0"/>
            </a:br>
            <a:br>
              <a:rPr lang="en-US" sz="2500" b="1" dirty="0"/>
            </a:br>
            <a:r>
              <a:rPr lang="en-US" sz="2400" b="1" dirty="0"/>
              <a:t>National Retail Sales Performance and Demographic Insights</a:t>
            </a:r>
            <a:br>
              <a:rPr lang="en-US" sz="2500" b="1" dirty="0"/>
            </a:br>
            <a:br>
              <a:rPr lang="en-US" sz="2500" b="1" dirty="0"/>
            </a:br>
            <a:endParaRPr lang="en-US" sz="25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5842D-D3D5-D9B2-16EF-BFECEDD72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610465"/>
            <a:ext cx="9502877" cy="3500283"/>
          </a:xfrm>
        </p:spPr>
        <p:txBody>
          <a:bodyPr>
            <a:normAutofit fontScale="47500" lnSpcReduction="20000"/>
          </a:bodyPr>
          <a:lstStyle/>
          <a:p>
            <a:r>
              <a:rPr lang="en-US" sz="2500" b="1" dirty="0"/>
              <a:t>PRESENTED BY </a:t>
            </a:r>
          </a:p>
          <a:p>
            <a:endParaRPr lang="en-US" dirty="0"/>
          </a:p>
          <a:p>
            <a:r>
              <a:rPr lang="en-US" sz="5100" b="1" dirty="0"/>
              <a:t>OVIE OKPAKA</a:t>
            </a:r>
          </a:p>
          <a:p>
            <a:endParaRPr lang="en-US" b="1" dirty="0"/>
          </a:p>
          <a:p>
            <a:r>
              <a:rPr lang="en-US" sz="2900" b="1" dirty="0"/>
              <a:t>Date: October 2026</a:t>
            </a:r>
          </a:p>
          <a:p>
            <a:endParaRPr lang="en-US" sz="2900" dirty="0"/>
          </a:p>
          <a:p>
            <a:r>
              <a:rPr lang="en-US" sz="2900" b="1" dirty="0"/>
              <a:t>Data source:</a:t>
            </a:r>
            <a:br>
              <a:rPr lang="en-US" sz="2900" b="1" dirty="0"/>
            </a:br>
            <a:endParaRPr lang="en-US" sz="2900" b="1" dirty="0"/>
          </a:p>
          <a:p>
            <a:r>
              <a:rPr lang="en-US" sz="2900" b="1" dirty="0"/>
              <a:t>Dataset generated entirely by ChatGPT</a:t>
            </a:r>
          </a:p>
          <a:p>
            <a:endParaRPr lang="en-US" sz="2900" b="1" dirty="0"/>
          </a:p>
          <a:p>
            <a:r>
              <a:rPr lang="en-US" sz="2900" b="1" dirty="0" err="1"/>
              <a:t>Linkedin</a:t>
            </a:r>
            <a:r>
              <a:rPr lang="en-US" sz="2900" b="1" dirty="0"/>
              <a:t>:</a:t>
            </a:r>
          </a:p>
          <a:p>
            <a:endParaRPr lang="en-US" sz="2900" b="1" dirty="0"/>
          </a:p>
          <a:p>
            <a:r>
              <a:rPr lang="en-US" sz="2900" b="1" dirty="0"/>
              <a:t>https://www.linkedin.com/in/ovieokpaka/</a:t>
            </a:r>
          </a:p>
        </p:txBody>
      </p:sp>
    </p:spTree>
    <p:extLst>
      <p:ext uri="{BB962C8B-B14F-4D97-AF65-F5344CB8AC3E}">
        <p14:creationId xmlns:p14="http://schemas.microsoft.com/office/powerpoint/2010/main" val="3204863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9D5FA-7F42-B719-638E-43A35E33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 &amp; Dataset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0C43D-9A76-DEE3-31C3-95A4955E3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Title: Project Overview</a:t>
            </a:r>
          </a:p>
          <a:p>
            <a:endParaRPr lang="en-US" dirty="0"/>
          </a:p>
          <a:p>
            <a:pPr lvl="1"/>
            <a:r>
              <a:rPr lang="en-US" dirty="0"/>
              <a:t>Objective: Presenting a comprehensive overview of a retail e-commerce brand operating across Nigeria for the year 2022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Data Origin: All transactional, demographic, and regional records used in this report were generated directly by ChatGPT.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Scope: Tracking Total sales revenue, order distribution, regional performance, and customer purchasing habits across Nigerian States.</a:t>
            </a:r>
          </a:p>
        </p:txBody>
      </p:sp>
    </p:spTree>
    <p:extLst>
      <p:ext uri="{BB962C8B-B14F-4D97-AF65-F5344CB8AC3E}">
        <p14:creationId xmlns:p14="http://schemas.microsoft.com/office/powerpoint/2010/main" val="66072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7E380-0757-4423-531E-3C27EE301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1727E-9378-B12B-6030-DAA889FD6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Title: Key Performance Indicators Covered</a:t>
            </a:r>
          </a:p>
          <a:p>
            <a:endParaRPr lang="en-US" dirty="0"/>
          </a:p>
          <a:p>
            <a:pPr lvl="1"/>
            <a:r>
              <a:rPr lang="en-US" dirty="0"/>
              <a:t>Financial Metrics: Annual gross sales revenue and total transaction volumes.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Operational Performance: Order fulfillment tracking (</a:t>
            </a:r>
            <a:r>
              <a:rPr lang="en-US" dirty="0" err="1"/>
              <a:t>Delivered,Cancelled,Returned</a:t>
            </a:r>
            <a:r>
              <a:rPr lang="en-US" dirty="0"/>
              <a:t> statuses).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Sales Channels: Performance comparison across websites and third-party e-commerce marketplaces.</a:t>
            </a:r>
          </a:p>
        </p:txBody>
      </p:sp>
    </p:spTree>
    <p:extLst>
      <p:ext uri="{BB962C8B-B14F-4D97-AF65-F5344CB8AC3E}">
        <p14:creationId xmlns:p14="http://schemas.microsoft.com/office/powerpoint/2010/main" val="2743523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D424-0122-1B8B-464C-797A90E3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Demographic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E1A2-A5B3-7220-5DB1-30E986990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Title: Target Audience Analytics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Gender Segmentation: Analyzing purchasing habits and spending power between male and female shoppers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Age Demographics: Grouping consumers into distinct brackets to identify the core purchasing age group.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Purchasing Drivers: Identifying which customer segments contribute most heavily to total revenue. </a:t>
            </a:r>
          </a:p>
        </p:txBody>
      </p:sp>
    </p:spTree>
    <p:extLst>
      <p:ext uri="{BB962C8B-B14F-4D97-AF65-F5344CB8AC3E}">
        <p14:creationId xmlns:p14="http://schemas.microsoft.com/office/powerpoint/2010/main" val="162406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2464-BDB1-1FD4-BF22-1A957B57C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Regional Sales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4F096-29E3-5C82-A493-4A84735E9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Title: Geopolitical Performance Analysis</a:t>
            </a:r>
          </a:p>
          <a:p>
            <a:endParaRPr lang="en-US" dirty="0"/>
          </a:p>
          <a:p>
            <a:pPr lvl="1"/>
            <a:r>
              <a:rPr lang="en-US" dirty="0"/>
              <a:t>State-by-State Tracking: Visualizing total sales volumes across individual Nigerian States (</a:t>
            </a:r>
            <a:r>
              <a:rPr lang="en-US" dirty="0" err="1"/>
              <a:t>e.g</a:t>
            </a:r>
            <a:r>
              <a:rPr lang="en-US" dirty="0"/>
              <a:t> Lagos, Abuja, Kano, Rivers)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Market Concentrations: Identifying high-performing commercial hubs compared to emerging regional markets.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Geographic Expansion: Using localized state data to see exactly where customer demand is concentrated.</a:t>
            </a:r>
          </a:p>
        </p:txBody>
      </p:sp>
    </p:spTree>
    <p:extLst>
      <p:ext uri="{BB962C8B-B14F-4D97-AF65-F5344CB8AC3E}">
        <p14:creationId xmlns:p14="http://schemas.microsoft.com/office/powerpoint/2010/main" val="2383304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A1C0-D3EE-9EC2-B54C-292DCC6F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Features of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6A29F-3CA9-F63C-B55E-7659A0C56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Title: Interactive Excel Features</a:t>
            </a:r>
          </a:p>
          <a:p>
            <a:endParaRPr lang="en-US" dirty="0"/>
          </a:p>
          <a:p>
            <a:pPr lvl="1"/>
            <a:r>
              <a:rPr lang="en-US" dirty="0"/>
              <a:t>Dynamic Slicers: Interactive filters that allow seamless switching between states, channels, and product categories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Data Integrity: Configured the workbook to hide empty items, keeping the visual slices clean and easy to navigate.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Automated Audit Logic: Integrated error-checking formulas to quickly identify duplicate entries or repeated lines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2515176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29FD-27BB-8010-B9DE-BE0E7333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59CBF-ADE4-549C-E441-B19268F84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Title: Business Value of the Dashboard</a:t>
            </a:r>
          </a:p>
          <a:p>
            <a:endParaRPr lang="en-US" dirty="0"/>
          </a:p>
          <a:p>
            <a:pPr lvl="1"/>
            <a:r>
              <a:rPr lang="en-US" dirty="0"/>
              <a:t>Complex Operational Visibility: Provides a clear, executive-level summary of the entire e-commerce store’s 2022 performance.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Data-Driven Strategy: Allows decision-makers to track exactly who is buying, what they are buying, and where are they located.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Ready for Live Ingestion: The dashboard’s architecture is fully built and ready to ingest real-world retail transactions.</a:t>
            </a:r>
          </a:p>
        </p:txBody>
      </p:sp>
    </p:spTree>
    <p:extLst>
      <p:ext uri="{BB962C8B-B14F-4D97-AF65-F5344CB8AC3E}">
        <p14:creationId xmlns:p14="http://schemas.microsoft.com/office/powerpoint/2010/main" val="3136066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414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NIGERIA E-COMMERCE MARKET INTELLIGENCE DASHBOARD 2022  National Retail Sales Performance and Demographic Insights  </vt:lpstr>
      <vt:lpstr>Project Overview &amp; Dataset Scope</vt:lpstr>
      <vt:lpstr>Core Key Performance Indicators (KPIs)</vt:lpstr>
      <vt:lpstr>Consumer Demographic Insight</vt:lpstr>
      <vt:lpstr>Regional Sales Distribution</vt:lpstr>
      <vt:lpstr>Technical Features of Dashboard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sada sada</dc:creator>
  <cp:lastModifiedBy>sada sada</cp:lastModifiedBy>
  <cp:revision>2</cp:revision>
  <dcterms:created xsi:type="dcterms:W3CDTF">2026-10-12T11:47:05Z</dcterms:created>
  <dcterms:modified xsi:type="dcterms:W3CDTF">2026-10-12T13:17:29Z</dcterms:modified>
</cp:coreProperties>
</file>